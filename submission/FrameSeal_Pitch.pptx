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59725c82cd47b8" /><Relationship Type="http://schemas.openxmlformats.org/officeDocument/2006/relationships/extended-properties" Target="/docProps/app.xml" Id="R56661b4e2d714001" /><Relationship Type="http://schemas.openxmlformats.org/officeDocument/2006/relationships/officeDocument" Target="/ppt/presentation.xml" Id="R5252d8f7c21d42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a33c445f644920"/>
  </p:sldMasterIdLst>
  <p:notesMasterIdLst>
    <p:notesMasterId xmlns:r="http://schemas.openxmlformats.org/officeDocument/2006/relationships" r:id="R4fc21793e4844a3e"/>
  </p:notesMasterIdLst>
  <p:sldIdLst>
    <p:sldId xmlns:r="http://schemas.openxmlformats.org/officeDocument/2006/relationships" id="256" r:id="R0218dd6247e9415f"/>
    <p:sldId xmlns:r="http://schemas.openxmlformats.org/officeDocument/2006/relationships" id="257" r:id="Rf3f02cf6d7b54733"/>
    <p:sldId xmlns:r="http://schemas.openxmlformats.org/officeDocument/2006/relationships" id="258" r:id="R6049f15b9e7441a8"/>
    <p:sldId xmlns:r="http://schemas.openxmlformats.org/officeDocument/2006/relationships" id="259" r:id="Re5fd8a8b335f489f"/>
    <p:sldId xmlns:r="http://schemas.openxmlformats.org/officeDocument/2006/relationships" id="260" r:id="Rea67cabf77294e3f"/>
    <p:sldId xmlns:r="http://schemas.openxmlformats.org/officeDocument/2006/relationships" id="261" r:id="Rffa77119935e46d1"/>
    <p:sldId xmlns:r="http://schemas.openxmlformats.org/officeDocument/2006/relationships" id="262" r:id="R37e1c9f115f04452"/>
    <p:sldId xmlns:r="http://schemas.openxmlformats.org/officeDocument/2006/relationships" id="263" r:id="R1b9938efb4bb47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6fa10cdf4045ce" /><Relationship Type="http://schemas.openxmlformats.org/officeDocument/2006/relationships/slideMaster" Target="/ppt/slideMasters/slideMaster1.xml" Id="R4ca33c445f644920" /><Relationship Type="http://schemas.openxmlformats.org/officeDocument/2006/relationships/notesMaster" Target="/ppt/notesMasters/notesMaster1.xml" Id="R4fc21793e4844a3e" /><Relationship Type="http://schemas.openxmlformats.org/officeDocument/2006/relationships/presProps" Target="/ppt/presProps.xml" Id="R7c6d5deb638d4d00" /><Relationship Type="http://schemas.openxmlformats.org/officeDocument/2006/relationships/tableStyles" Target="/ppt/tableStyles.xml" Id="R56acf5e0297f4327" /><Relationship Type="http://schemas.openxmlformats.org/officeDocument/2006/relationships/slide" Target="/ppt/slides/slide1.xml" Id="R0218dd6247e9415f" /><Relationship Type="http://schemas.openxmlformats.org/officeDocument/2006/relationships/slide" Target="/ppt/slides/slide2.xml" Id="Rf3f02cf6d7b54733" /><Relationship Type="http://schemas.openxmlformats.org/officeDocument/2006/relationships/slide" Target="/ppt/slides/slide3.xml" Id="R6049f15b9e7441a8" /><Relationship Type="http://schemas.openxmlformats.org/officeDocument/2006/relationships/slide" Target="/ppt/slides/slide4.xml" Id="Re5fd8a8b335f489f" /><Relationship Type="http://schemas.openxmlformats.org/officeDocument/2006/relationships/slide" Target="/ppt/slides/slide5.xml" Id="Rea67cabf77294e3f" /><Relationship Type="http://schemas.openxmlformats.org/officeDocument/2006/relationships/slide" Target="/ppt/slides/slide6.xml" Id="Rffa77119935e46d1" /><Relationship Type="http://schemas.openxmlformats.org/officeDocument/2006/relationships/slide" Target="/ppt/slides/slide7.xml" Id="R37e1c9f115f04452" /><Relationship Type="http://schemas.openxmlformats.org/officeDocument/2006/relationships/slide" Target="/ppt/slides/slide8.xml" Id="R1b9938efb4bb47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36ec2d0ab2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0e9766dd854ad3" /><Relationship Type="http://schemas.openxmlformats.org/officeDocument/2006/relationships/notesMaster" Target="/ppt/notesMasters/notesMaster1.xml" Id="Rca923181366e40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c38599276d404e" /><Relationship Type="http://schemas.openxmlformats.org/officeDocument/2006/relationships/notesMaster" Target="/ppt/notesMasters/notesMaster1.xml" Id="R4751981af33046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d641df08144ee3" /><Relationship Type="http://schemas.openxmlformats.org/officeDocument/2006/relationships/notesMaster" Target="/ppt/notesMasters/notesMaster1.xml" Id="R53c4f4a0efeb49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279a57ac2f4d8b" /><Relationship Type="http://schemas.openxmlformats.org/officeDocument/2006/relationships/notesMaster" Target="/ppt/notesMasters/notesMaster1.xml" Id="Rb19106f454b746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64df9502e54d53" /><Relationship Type="http://schemas.openxmlformats.org/officeDocument/2006/relationships/notesMaster" Target="/ppt/notesMasters/notesMaster1.xml" Id="Rc9ad3ca3d20144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384932fa6524ee6" /><Relationship Type="http://schemas.openxmlformats.org/officeDocument/2006/relationships/notesMaster" Target="/ppt/notesMasters/notesMaster1.xml" Id="Rb517b6313c294d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d91f2b522c41d9" /><Relationship Type="http://schemas.openxmlformats.org/officeDocument/2006/relationships/notesMaster" Target="/ppt/notesMasters/notesMaster1.xml" Id="R8aecdfa504484be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92bbd72be4545e7" /><Relationship Type="http://schemas.openxmlformats.org/officeDocument/2006/relationships/notesMaster" Target="/ppt/notesMasters/notesMaster1.xml" Id="R150747f30a5b40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Proposal for Snapdragon AI Lab Build &amp; Present Challenge 2026. Author: Akash (@akashrana1001). Dated 28 September 2026. No application or benchmark has been completed. Name is provisional; no official affiliation is implied.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concrete illustrative risk scenario, not a statistic about prevalence. All demonstration identifiers will be synthetic. Existing tools already provide redaction. Source: https://klipshot.com/for/developers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interaction only. Every decoded frame is processed; completed processing does not guarantee complete detection. Human review remains required. Audio will be omitted because visual masks cannot remove spoken secrets.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proposal. Qualcomm deployment evidence: https://github.com/qualcomm/Startup-Demos/blob/main/CV_VR/AI_PC/EasyOCR/README.md . QNN documentation: https://github.com/onnxruntime/onnxruntime-qnn . HTP targets Hexagon; CPU still handles preprocessing, text decoding and video processing. Workbench is optional during development, with synthetic data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sources: https://huggingface.co/qualcomm/EasyOCR and https://github.com/qualcomm/ai-hub-models . EasyOCR checkpoint easyocr-small-stage1; model card lists Apache-2.0 and ONNX float/w8a8 assets with X Elite NPU profiles. Exact signatures and matching runtime versions must be inspected and pinned. No FrameSeal speed or power result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proposal. One 720p input profile up to 30 seconds, English text and email/exact-string rules. Accessibility must be verified during implementation. Offline means after initial installation and model download. Original content is not sent to Workbench.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Evaluation methodology, not results. Known synthetic region/frame ground truth; separate held-out conditions; compare CPU and NPU on the same HP machine and equivalent precision where possible. QNN profiling must verify execution. Power claims require independent measurement.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as of 28 September 2026: proposal, architecture and evaluation methodology prepared. Implementation, hardware access and validation remain pending. Website submission and participant eligibility declarations are separate from this technical proposal. Repository identity: akashrana1001/frameseal, subject to access verification.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120e408fe346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fe3d232cb14e63" /><Relationship Type="http://schemas.openxmlformats.org/officeDocument/2006/relationships/slideLayout" Target="/ppt/slideLayouts/slideLayout1.xml" Id="R4d1e2a0f5baa46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1e2a0f5baa46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55590568a48e7" /><Relationship Type="http://schemas.openxmlformats.org/officeDocument/2006/relationships/notesSlide" Target="/ppt/notesSlides/notesSlide1.xml" Id="R9b4859ae0c534bf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7c5100ff4484a" /><Relationship Type="http://schemas.openxmlformats.org/officeDocument/2006/relationships/notesSlide" Target="/ppt/notesSlides/notesSlide2.xml" Id="R34d4e72c155b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b0d9ba50146d1" /><Relationship Type="http://schemas.openxmlformats.org/officeDocument/2006/relationships/notesSlide" Target="/ppt/notesSlides/notesSlide3.xml" Id="R491764928c404d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e173b6aff4f56" /><Relationship Type="http://schemas.openxmlformats.org/officeDocument/2006/relationships/notesSlide" Target="/ppt/notesSlides/notesSlide4.xml" Id="R63f2be36788a4e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9d56c65f3487d" /><Relationship Type="http://schemas.openxmlformats.org/officeDocument/2006/relationships/notesSlide" Target="/ppt/notesSlides/notesSlide5.xml" Id="R83bf7408386448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41a0bf4a14cb2" /><Relationship Type="http://schemas.openxmlformats.org/officeDocument/2006/relationships/notesSlide" Target="/ppt/notesSlides/notesSlide6.xml" Id="R4169d84d648d41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b73ca464b473f" /><Relationship Type="http://schemas.openxmlformats.org/officeDocument/2006/relationships/notesSlide" Target="/ppt/notesSlides/notesSlide7.xml" Id="R8d5cd794265443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2fc876f6c49c9" /><Relationship Type="http://schemas.openxmlformats.org/officeDocument/2006/relationships/notesSlide" Target="/ppt/notesSlides/notesSlide8.xml" Id="R8008cc6335bf46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B23F5-6D81-4241-A0A0-D9C1B6DC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1066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FrameSeal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B25C3-893B-4516-9BDE-1DC2BCA2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3150" b="0">
                <a:solidFill>
                  <a:srgbClr val="66DFC0"/>
                </a:solidFill>
                <a:latin typeface="Aptos"/>
                <a:ea typeface="Aptos"/>
                <a:cs typeface="Aptos"/>
              </a:rPr>
              <a:t>Review every frame before you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C5E0E-287F-4891-A15F-D863081C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Offline screen-recording redaction</a:t>
            </a:r>
          </a:p>
          <a:p xmlns:a="http://schemas.openxmlformats.org/drawingml/2006/main">
            <a:pPr>
              <a:defRPr sz="2400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intended for Snapdragon-powered HP PCs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6622B-42B0-4C9B-AA1F-01D4E1C8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197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Akash  •  @akashrana1001  •  September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EA731-9FC5-4A3B-B06B-B9069546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10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Proposal stage — implementation and hardware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12999896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149C3-D2BF-418C-86C9-890BD900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Sensitive text can appear between clicks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2962C-F5C4-46DD-9EC6-742D5F5F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FrameSeal  |  Proposed solution  |  2/8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8DE81F-FB77-4950-B488-B9B984E3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The recording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FDE40-0539-48E7-B9B6-C791B9BD5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669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A developer captures a browser, terminal or dashboard to explain a bug.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BA759-450B-4A68-AF61-F92F3119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The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1120F-9480-42C0-99B2-C3CE136D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An email or private identifier briefly appears during a window switch.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FD37A-5CB0-4AC7-AFD7-4C76234E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The review burden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9C1F3-7997-4050-B3AC-8737A8C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The author must find the exposure and mask the correct frames before sharing.</a:t>
            </a:r>
          </a:p>
        </p:txBody>
      </p:sp>
    </p:spTree>
    <p:extLst>
      <p:ext uri="{BB962C8B-B14F-4D97-AF65-F5344CB8AC3E}">
        <p14:creationId xmlns:p14="http://schemas.microsoft.com/office/powerpoint/2010/main" val="1904244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8EF4D-5B42-4F28-BB08-62C1A2C1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Local analysis with human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A40542-D4CA-42BD-8A85-F592F231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FrameSeal  |  Proposed solution  |  3/8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9C3D-C063-47BC-89CA-EC2CF192B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383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01  Import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3C22E-5085-4F8B-8432-1A4C54D8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38300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Choose a short recording and email / exact-string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5BC83-A8D9-4004-8F3A-BE9F932F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574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02  Analyze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4268E-85DF-44CF-B589-7A4A0BBF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57475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Run local OCR across every decoded frame.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68CA7-EE02-4416-A70F-FAF2037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03 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FD8AA-D24B-4985-B760-7B4D404F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76650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Inspect the timeline; adjust or add opaque masks.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E0551-31AF-436F-A34A-5FF8BADE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958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04  Export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9C3BF-5AF9-4E48-934C-53D990B6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95825"/>
            <a:ext cx="7953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Write a separate silent video; block incomplete processing.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81A65-5CFC-4186-8146-376CC61F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977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Processing coverage is not a guarantee that every secret was found.</a:t>
            </a:r>
          </a:p>
        </p:txBody>
      </p:sp>
    </p:spTree>
    <p:extLst>
      <p:ext uri="{BB962C8B-B14F-4D97-AF65-F5344CB8AC3E}">
        <p14:creationId xmlns:p14="http://schemas.microsoft.com/office/powerpoint/2010/main" val="1082147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6E171-F778-4833-ADE7-FC6D2FAE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On-device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81E20C-9309-4985-B3CC-6D0D1F0B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FrameSeal  |  Proposed solution  |  4/8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2EF34-C8C4-454F-B7B7-F1AD1B813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React UI + local FastAPI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D6F24-BD90-4F9C-85A7-A7B42660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CPU: decode + preprocess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B19891-3158-48E7-B382-97F24BEF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EasyOCR on QNN HTP / Hexagon NPU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53CAB-3B8E-4730-801E-76578185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CPU: text decoding, policies +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6980D-D5E1-4DFE-AD3F-687C392C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Complete + reviewed → masked export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E097A-19C5-48F8-9C40-72CCDA1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6DFC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25AF32-A5F8-41BF-ABC7-D0C2C300E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5750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6DFC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EF777-6A56-4AD0-8405-534D37C4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62375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6DFC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529CA-0470-42E4-8D12-80F89A08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57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66DFC0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9BB1D-F1AA-4541-9D33-995EF6C8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9775"/>
            <a:ext cx="1076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Optional development cloud: AI Hub Workbench with synthetic data only.</a:t>
            </a:r>
          </a:p>
        </p:txBody>
      </p:sp>
    </p:spTree>
    <p:extLst>
      <p:ext uri="{BB962C8B-B14F-4D97-AF65-F5344CB8AC3E}">
        <p14:creationId xmlns:p14="http://schemas.microsoft.com/office/powerpoint/2010/main" val="188662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B1327-3259-49EF-B8ED-4F4A3D61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A verified model route; a measurable NPU case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6B1DC-F3D0-4978-A63F-D4FD19EC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FrameSeal  |  Proposed solution  |  5/8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F7A90-DA4A-4007-BF2F-E537226A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430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Models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24A03-E72F-4D07-9986-DB8F8732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907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Qualcomm EasyOCR detector + recognizer; checkpoint easyocr-small-stage1.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01577-3B4D-4D0F-8CB2-6CDAB7A3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337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Deployment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A5696-6040-480E-9D6A-95B565FF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Qualcomm provides ONNX assets and a Windows-on-Snapdragon OCR example.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69B0A-E80E-4D73-BE0E-7D19EA1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24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What we will verify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943FA-97BD-4EB7-8559-3A4BB602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72025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NPU graph placement, text recall and processing time versus CPU on the same HP PC.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6152C6-06DC-4D9C-90B9-7B5C479C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Speed and energy gains remain hypotheses until measured.</a:t>
            </a:r>
          </a:p>
        </p:txBody>
      </p:sp>
    </p:spTree>
    <p:extLst>
      <p:ext uri="{BB962C8B-B14F-4D97-AF65-F5344CB8AC3E}">
        <p14:creationId xmlns:p14="http://schemas.microsoft.com/office/powerpoint/2010/main" val="48982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AD9EC5-E579-4A27-B7EF-C17F12D5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A focused first 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165A36-69A5-48C7-AE06-D622FDF9A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FrameSeal  |  Proposed solution  |  6/8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E6B931-2F0B-418B-B624-2E1D21F0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97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2E991-BFDD-4E71-9322-3155AAD9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717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720p clips up to 30 seconds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English text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Email and exact-string rules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Every-frame analysis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Review and silent export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3EE88-2006-43E3-B8E9-241F1F86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9725"/>
            <a:ext cx="485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Product constraints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012D-5A1D-4172-B614-578B785C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71700"/>
            <a:ext cx="4857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Offline after setup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No upload of source footage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Keyboard-accessible review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Original file preserved</a:t>
            </a:r>
          </a:p>
          <a:p xmlns:a="http://schemas.openxmlformats.org/drawingml/2006/main">
            <a:pPr>
              <a:defRPr sz="217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No live meeting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89746-FB77-48C7-94E2-7BB4D712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48325"/>
            <a:ext cx="1076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No new model training or generative-AI service is required.</a:t>
            </a:r>
          </a:p>
        </p:txBody>
      </p:sp>
    </p:spTree>
    <p:extLst>
      <p:ext uri="{BB962C8B-B14F-4D97-AF65-F5344CB8AC3E}">
        <p14:creationId xmlns:p14="http://schemas.microsoft.com/office/powerpoint/2010/main" val="4588434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EE7E6-EB8F-4575-AA0A-91A4AD51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Evidence the demo must earn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AB0FAD-EAED-4367-A042-988A6DDD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FrameSeal  |  Proposed solution  |  7/8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07363-E71A-4D2D-B869-1DA8DF55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Redaction quality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54A6F-EDFF-4EB0-B865-1110FE0E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600200"/>
            <a:ext cx="681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Missed sensitive regions; unnecessary masked area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1839E-9125-404D-9F41-EC630FA8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Temporal 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53580-C05E-4337-9883-D53893E2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47950"/>
            <a:ext cx="681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One-, two- and five-frame exposures; exported-frame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58576D-E12A-431C-813F-7438EC77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570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Snapdragon execution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482AD-3572-4A99-AC33-1606E479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695700"/>
            <a:ext cx="681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Provider logs and QNN profiling; fallback disabled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29673-2346-4D1C-9680-FC1381F9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43450"/>
            <a:ext cx="3524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Performance + privacy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6DC56-2342-4631-B920-7D4FD9F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743450"/>
            <a:ext cx="681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Same-device CPU/NPU time, memory and offline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4E588-B743-480C-8501-35B14C6B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47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Results are pending. No benchmark numbers are asserted.</a:t>
            </a:r>
          </a:p>
        </p:txBody>
      </p:sp>
    </p:spTree>
    <p:extLst>
      <p:ext uri="{BB962C8B-B14F-4D97-AF65-F5344CB8AC3E}">
        <p14:creationId xmlns:p14="http://schemas.microsoft.com/office/powerpoint/2010/main" val="1062462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B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CB77A-5543-4F56-BD0D-C24141A2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85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6F8FC"/>
                </a:solidFill>
                <a:latin typeface="Aptos"/>
                <a:ea typeface="Aptos"/>
                <a:cs typeface="Aptos"/>
              </a:rPr>
              <a:t>Delivery plan and current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9EA78-A3A8-42A0-91F4-BF408B53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05550"/>
            <a:ext cx="1047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FrameSeal  |  Proposed solution  |  8/8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4027A-9AA1-41B3-8AD6-DB47B5A6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906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Prepared for the proposal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2747F-84F5-4D02-8927-93C57727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383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Problem, scoped workflow, model evidence, architecture and evaluation plan.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58720-7BFE-4D70-93BF-179080EE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Implementation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DC95E-925C-4D50-8D58-F76DBAEE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480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CPU OCR → video export → review UI → HP Snapdragon validation.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848476-4AED-4347-939E-878DEC9E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00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66DFC0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6DFC0"/>
                </a:solidFill>
                <a:latin typeface="Aptos"/>
                <a:ea typeface="Aptos"/>
                <a:cs typeface="Aptos"/>
              </a:rPr>
              <a:t>Judge demonstration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FAC14-63CD-4533-8753-246FB0B6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6F8F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F6F8FC"/>
                </a:solidFill>
                <a:latin typeface="Aptos"/>
                <a:ea typeface="Aptos"/>
                <a:cs typeface="Aptos"/>
              </a:rPr>
              <a:t>Find a brief synthetic exposure offline, review its mask and verify the saved video.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3C3BA-B4BB-47A4-8B1B-CA254E1B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29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8C5D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B8C5D7"/>
                </a:solidFill>
                <a:latin typeface="Aptos"/>
                <a:ea typeface="Aptos"/>
                <a:cs typeface="Aptos"/>
              </a:rPr>
              <a:t>Application implementation and hardware validation are pending.</a:t>
            </a:r>
          </a:p>
        </p:txBody>
      </p:sp>
    </p:spTree>
    <p:extLst>
      <p:ext uri="{BB962C8B-B14F-4D97-AF65-F5344CB8AC3E}">
        <p14:creationId xmlns:p14="http://schemas.microsoft.com/office/powerpoint/2010/main" val="11186684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2026-09-28T10:43:47.4660000Z</dcterms:created>
  <dcterms:modified xsi:type="dcterms:W3CDTF">2026-09-28T10:43:47.4660000Z</dcterms:modified>
</coreProperties>
</file>